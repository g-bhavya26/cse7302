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pPr algn="l">
            <a:buNone/>
          </a:pPr>
          <a:endParaRPr lang="en-US" sz="1800" b="0" i="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>
            <a:buNone/>
          </a:pPr>
          <a:endParaRPr lang="en-US" sz="1800" b="0" i="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>
            <a:buNone/>
          </a:pPr>
          <a:endParaRPr lang="en-US" sz="1800" b="0" i="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>
            <a:buNone/>
          </a:pPr>
          <a:endParaRPr lang="en-US" sz="1800" b="0" i="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>
            <a:buNone/>
          </a:pP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to platforms and tools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custT="1"/>
      <dgm:spPr/>
      <dgm:t>
        <a:bodyPr/>
        <a:lstStyle/>
        <a:p>
          <a:pPr algn="l"/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Module-based development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custT="1"/>
      <dgm:spPr/>
      <dgm:t>
        <a:bodyPr/>
        <a:lstStyle/>
        <a:p>
          <a:pPr algn="l">
            <a:buNone/>
          </a:pPr>
          <a:endParaRPr lang="en-US" sz="1800" b="0" i="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>
            <a:buNone/>
          </a:pPr>
          <a:endParaRPr lang="en-US" sz="1800" b="0" i="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>
            <a:buNone/>
          </a:pP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Role Based system integration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7A898664-1A48-49F4-BE6C-7044F98F2A77}">
      <dgm:prSet custT="1"/>
      <dgm:spPr/>
      <dgm:t>
        <a:bodyPr/>
        <a:lstStyle/>
        <a:p>
          <a:pPr algn="l">
            <a:buNone/>
          </a:pPr>
          <a:endParaRPr lang="en-US" sz="1800" b="0" i="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>
            <a:buNone/>
          </a:pP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Testing and data validation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497633-219A-4D3B-9277-E5523B0F6BF2}" type="parTrans" cxnId="{ACB76C55-946F-419B-BF48-7CA9E9C91303}">
      <dgm:prSet/>
      <dgm:spPr/>
      <dgm:t>
        <a:bodyPr/>
        <a:lstStyle/>
        <a:p>
          <a:endParaRPr lang="en-US"/>
        </a:p>
      </dgm:t>
    </dgm:pt>
    <dgm:pt modelId="{364388B8-DCC4-4C5D-9276-2DE6854C7E4B}" type="sibTrans" cxnId="{ACB76C55-946F-419B-BF48-7CA9E9C91303}">
      <dgm:prSet/>
      <dgm:spPr/>
      <dgm:t>
        <a:bodyPr/>
        <a:lstStyle/>
        <a:p>
          <a:endParaRPr lang="en-US"/>
        </a:p>
      </dgm:t>
    </dgm:pt>
    <dgm:pt modelId="{74D64CB7-6F06-47FA-9889-A0B7DF7040BB}">
      <dgm:prSet custT="1"/>
      <dgm:spPr/>
      <dgm:t>
        <a:bodyPr/>
        <a:lstStyle/>
        <a:p>
          <a:pPr algn="l">
            <a:buNone/>
          </a:pPr>
          <a:r>
            <a:rPr lang="en-US" sz="18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Testing and data validation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0888C0-1EBF-47E2-8512-B9926B04848E}" type="parTrans" cxnId="{48A90AD9-7AC3-4278-8F5D-F95226FD245F}">
      <dgm:prSet/>
      <dgm:spPr/>
      <dgm:t>
        <a:bodyPr/>
        <a:lstStyle/>
        <a:p>
          <a:endParaRPr lang="en-US"/>
        </a:p>
      </dgm:t>
    </dgm:pt>
    <dgm:pt modelId="{2D4C6C68-713B-450F-B606-C2EC183556A3}" type="sibTrans" cxnId="{48A90AD9-7AC3-4278-8F5D-F95226FD245F}">
      <dgm:prSet/>
      <dgm:spPr/>
      <dgm:t>
        <a:bodyPr/>
        <a:lstStyle/>
        <a:p>
          <a:endParaRPr lang="en-US"/>
        </a:p>
      </dgm:t>
    </dgm:pt>
    <dgm:pt modelId="{A6F91B2C-F70B-4E0E-9701-9DD581B4F33F}">
      <dgm:prSet/>
      <dgm:spPr/>
      <dgm:t>
        <a:bodyPr/>
        <a:lstStyle/>
        <a:p>
          <a:pPr algn="r">
            <a:buNone/>
          </a:pPr>
          <a:endParaRPr lang="en-US" sz="1900" dirty="0"/>
        </a:p>
      </dgm:t>
    </dgm:pt>
    <dgm:pt modelId="{5AA1B1CA-C1A4-42F9-A5F3-A31A807B1B79}" type="parTrans" cxnId="{08B94A5E-368B-4AFC-8F5C-FBE2FF6753F6}">
      <dgm:prSet/>
      <dgm:spPr/>
      <dgm:t>
        <a:bodyPr/>
        <a:lstStyle/>
        <a:p>
          <a:endParaRPr lang="en-US"/>
        </a:p>
      </dgm:t>
    </dgm:pt>
    <dgm:pt modelId="{DF572F58-C7FE-42E1-80CA-9A164871378E}" type="sibTrans" cxnId="{08B94A5E-368B-4AFC-8F5C-FBE2FF6753F6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4025F43E-6FAC-4CF2-A4DD-980B873F0B0F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4473D8DB-A8DD-4014-AA8A-086785341D2E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1D33881-4B29-484F-99D1-50372A069C90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 custLinFactNeighborX="-125" custLinFactNeighborY="-47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3D7D2407-84E7-4BB5-AA6E-61664CFACB93}" type="presOf" srcId="{A59EC69B-8F3F-425B-819F-E8C557946AEE}" destId="{4C66D42D-7E6D-4563-AFDC-369C30B73F70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A9CEA70B-3226-429C-B46F-BAAF5C4ACE62}" type="presOf" srcId="{7A898664-1A48-49F4-BE6C-7044F98F2A77}" destId="{FC0F1314-3294-4A8C-8DCE-EB53E236164C}" srcOrd="1" destOrd="0" presId="urn:microsoft.com/office/officeart/2011/layout/InterconnectedBlockProcess"/>
    <dgm:cxn modelId="{A6600D0F-3803-4059-9816-AF942305EEC9}" type="presOf" srcId="{9FED87C4-3F3B-4A18-9185-9F80CFEDEA2E}" destId="{06F8D57B-EDF4-4CF4-8700-DC2CA3E3028E}" srcOrd="1" destOrd="0" presId="urn:microsoft.com/office/officeart/2011/layout/InterconnectedBlockProcess"/>
    <dgm:cxn modelId="{A691E20F-3E84-4A8B-B838-1E0E9473EF77}" type="presOf" srcId="{73DB572E-062D-41AD-8033-D361B8E583DB}" destId="{0D08ED52-6744-4369-B780-916B09984775}" srcOrd="0" destOrd="0" presId="urn:microsoft.com/office/officeart/2011/layout/InterconnectedBlockProcess"/>
    <dgm:cxn modelId="{BC9FFB12-884B-40CE-9C98-CD21F13DB66B}" type="presOf" srcId="{74D64CB7-6F06-47FA-9889-A0B7DF7040BB}" destId="{4473D8DB-A8DD-4014-AA8A-086785341D2E}" srcOrd="1" destOrd="0" presId="urn:microsoft.com/office/officeart/2011/layout/InterconnectedBlockProcess"/>
    <dgm:cxn modelId="{94A17028-A472-4CF8-ACF3-C68CF4E116EF}" type="presOf" srcId="{73DB572E-062D-41AD-8033-D361B8E583DB}" destId="{2532504F-5FE1-4C97-B485-F05E8885EACC}" srcOrd="1" destOrd="0" presId="urn:microsoft.com/office/officeart/2011/layout/InterconnectedBlockProcess"/>
    <dgm:cxn modelId="{C9A2622A-12D0-47CD-A403-51FD04674E99}" type="presOf" srcId="{5E92505A-51E0-4F78-B3C5-704ACF8710DE}" destId="{2AAD338D-3122-4454-9A67-16BE024D44E3}" srcOrd="0" destOrd="0" presId="urn:microsoft.com/office/officeart/2011/layout/InterconnectedBlockProcess"/>
    <dgm:cxn modelId="{0B01F72C-A473-4FC2-9BB7-4635284C4D2D}" type="presOf" srcId="{9FED87C4-3F3B-4A18-9185-9F80CFEDEA2E}" destId="{6BCCFBA6-7A43-4631-AD7F-AFB10E1E6CD7}" srcOrd="0" destOrd="0" presId="urn:microsoft.com/office/officeart/2011/layout/InterconnectedBlockProcess"/>
    <dgm:cxn modelId="{8E06CE5B-A9B6-4F92-8381-0E5E12F6DE19}" type="presOf" srcId="{988D96B0-D16E-4763-B393-84178CF4FF50}" destId="{65257024-FAC0-4522-B139-1CC85B547BE8}" srcOrd="0" destOrd="0" presId="urn:microsoft.com/office/officeart/2011/layout/InterconnectedBlockProcess"/>
    <dgm:cxn modelId="{08B94A5E-368B-4AFC-8F5C-FBE2FF6753F6}" srcId="{65C051F6-A849-4495-A964-CD4C650B9C06}" destId="{A6F91B2C-F70B-4E0E-9701-9DD581B4F33F}" srcOrd="1" destOrd="0" parTransId="{5AA1B1CA-C1A4-42F9-A5F3-A31A807B1B79}" sibTransId="{DF572F58-C7FE-42E1-80CA-9A164871378E}"/>
    <dgm:cxn modelId="{C6278266-EFFA-44A2-A568-3208A17A1022}" type="presOf" srcId="{74D64CB7-6F06-47FA-9889-A0B7DF7040BB}" destId="{8CAE5A4D-0C7B-48A6-917B-0B8433D0574B}" srcOrd="0" destOrd="0" presId="urn:microsoft.com/office/officeart/2011/layout/InterconnectedBlockProcess"/>
    <dgm:cxn modelId="{FF249966-128A-4CB3-B04C-DE570571E802}" type="presOf" srcId="{D471E45F-B026-44AA-9616-57E786AE80AF}" destId="{1C91D7E3-8940-4A33-9182-677DD5415901}" srcOrd="0" destOrd="0" presId="urn:microsoft.com/office/officeart/2011/layout/InterconnectedBlockProcess"/>
    <dgm:cxn modelId="{921D1E69-6700-4789-A5BD-3C2FCB2859E5}" type="presOf" srcId="{7A898664-1A48-49F4-BE6C-7044F98F2A77}" destId="{98225A61-A0EC-450A-BED8-EF2E47E8FD18}" srcOrd="0" destOrd="0" presId="urn:microsoft.com/office/officeart/2011/layout/InterconnectedBlockProcess"/>
    <dgm:cxn modelId="{9D92D56F-02D9-46C6-823F-87545DE3BC7E}" type="presOf" srcId="{A6F91B2C-F70B-4E0E-9701-9DD581B4F33F}" destId="{4473D8DB-A8DD-4014-AA8A-086785341D2E}" srcOrd="1" destOrd="1" presId="urn:microsoft.com/office/officeart/2011/layout/InterconnectedBlockProcess"/>
    <dgm:cxn modelId="{ACB76C55-946F-419B-BF48-7CA9E9C91303}" srcId="{5E92505A-51E0-4F78-B3C5-704ACF8710DE}" destId="{7A898664-1A48-49F4-BE6C-7044F98F2A77}" srcOrd="0" destOrd="0" parTransId="{BC497633-219A-4D3B-9277-E5523B0F6BF2}" sibTransId="{364388B8-DCC4-4C5D-9276-2DE6854C7E4B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9A83658B-D5CE-42F2-994C-165B65C0B6EC}" type="presOf" srcId="{D471E45F-B026-44AA-9616-57E786AE80AF}" destId="{A134CDD1-D85F-44EF-8BEE-9F99A855C1E6}" srcOrd="1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48A90AD9-7AC3-4278-8F5D-F95226FD245F}" srcId="{65C051F6-A849-4495-A964-CD4C650B9C06}" destId="{74D64CB7-6F06-47FA-9889-A0B7DF7040BB}" srcOrd="0" destOrd="0" parTransId="{660888C0-1EBF-47E2-8512-B9926B04848E}" sibTransId="{2D4C6C68-713B-450F-B606-C2EC183556A3}"/>
    <dgm:cxn modelId="{0E9D03E3-8A97-43B4-82EB-11E2B4DF21FA}" type="presOf" srcId="{A6F91B2C-F70B-4E0E-9701-9DD581B4F33F}" destId="{8CAE5A4D-0C7B-48A6-917B-0B8433D0574B}" srcOrd="0" destOrd="1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028603F6-5E25-4CD4-87C9-8AB1186EAF51}" type="presOf" srcId="{7B3055AA-BF7C-46D0-9A9E-60087B9F57B4}" destId="{00BB3360-A9BB-4051-A4B1-1216F82F642C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38B83AFA-AAC6-4BD4-BAA1-F26B00267B00}" type="presOf" srcId="{65C051F6-A849-4495-A964-CD4C650B9C06}" destId="{D1D33881-4B29-484F-99D1-50372A069C90}" srcOrd="0" destOrd="0" presId="urn:microsoft.com/office/officeart/2011/layout/InterconnectedBlockProcess"/>
    <dgm:cxn modelId="{D3720071-AE86-42AF-8285-498FBE3932B3}" type="presParOf" srcId="{A6BCDA7B-D633-438F-B44D-CB4D60E5C492}" destId="{4025F43E-6FAC-4CF2-A4DD-980B873F0B0F}" srcOrd="0" destOrd="0" presId="urn:microsoft.com/office/officeart/2011/layout/InterconnectedBlockProcess"/>
    <dgm:cxn modelId="{782C76BF-4403-4676-9BEA-8B4776E02678}" type="presParOf" srcId="{4025F43E-6FAC-4CF2-A4DD-980B873F0B0F}" destId="{8CAE5A4D-0C7B-48A6-917B-0B8433D0574B}" srcOrd="0" destOrd="0" presId="urn:microsoft.com/office/officeart/2011/layout/InterconnectedBlockProcess"/>
    <dgm:cxn modelId="{F0B316E2-6D6D-4485-829F-0F065835B822}" type="presParOf" srcId="{A6BCDA7B-D633-438F-B44D-CB4D60E5C492}" destId="{4473D8DB-A8DD-4014-AA8A-086785341D2E}" srcOrd="1" destOrd="0" presId="urn:microsoft.com/office/officeart/2011/layout/InterconnectedBlockProcess"/>
    <dgm:cxn modelId="{C504A01B-23C5-4D89-8BFE-329181DEF8D6}" type="presParOf" srcId="{A6BCDA7B-D633-438F-B44D-CB4D60E5C492}" destId="{D1D33881-4B29-484F-99D1-50372A069C90}" srcOrd="2" destOrd="0" presId="urn:microsoft.com/office/officeart/2011/layout/InterconnectedBlockProcess"/>
    <dgm:cxn modelId="{2925CC29-1754-4CB3-B12C-50A77A9BD74E}" type="presParOf" srcId="{A6BCDA7B-D633-438F-B44D-CB4D60E5C492}" destId="{EA3B7F60-AEEC-41A8-8A2C-D3679EFCD073}" srcOrd="3" destOrd="0" presId="urn:microsoft.com/office/officeart/2011/layout/InterconnectedBlockProcess"/>
    <dgm:cxn modelId="{E76595DA-7F05-4A22-AB95-EF170D028FC8}" type="presParOf" srcId="{EA3B7F60-AEEC-41A8-8A2C-D3679EFCD073}" destId="{FC0F1314-3294-4A8C-8DCE-EB53E236164C}" srcOrd="0" destOrd="0" presId="urn:microsoft.com/office/officeart/2011/layout/InterconnectedBlockProcess"/>
    <dgm:cxn modelId="{C9F07D79-A455-4456-8D79-C0C6377DF896}" type="presParOf" srcId="{A6BCDA7B-D633-438F-B44D-CB4D60E5C492}" destId="{98225A61-A0EC-450A-BED8-EF2E47E8FD18}" srcOrd="4" destOrd="0" presId="urn:microsoft.com/office/officeart/2011/layout/InterconnectedBlockProcess"/>
    <dgm:cxn modelId="{19AA08BF-9DA1-4C3E-9027-CDD4B9A661E4}" type="presParOf" srcId="{A6BCDA7B-D633-438F-B44D-CB4D60E5C492}" destId="{2AAD338D-3122-4454-9A67-16BE024D44E3}" srcOrd="5" destOrd="0" presId="urn:microsoft.com/office/officeart/2011/layout/InterconnectedBlockProcess"/>
    <dgm:cxn modelId="{6B0722B5-F91F-452F-B80A-F88D9CED1B1E}" type="presParOf" srcId="{A6BCDA7B-D633-438F-B44D-CB4D60E5C492}" destId="{96AFCF47-32CA-4C44-9E3C-782007B7112E}" srcOrd="6" destOrd="0" presId="urn:microsoft.com/office/officeart/2011/layout/InterconnectedBlockProcess"/>
    <dgm:cxn modelId="{2E246A00-0255-4333-A919-308C243B3DA7}" type="presParOf" srcId="{96AFCF47-32CA-4C44-9E3C-782007B7112E}" destId="{2532504F-5FE1-4C97-B485-F05E8885EACC}" srcOrd="0" destOrd="0" presId="urn:microsoft.com/office/officeart/2011/layout/InterconnectedBlockProcess"/>
    <dgm:cxn modelId="{972E4795-63DF-4259-BF6F-896E066467A6}" type="presParOf" srcId="{A6BCDA7B-D633-438F-B44D-CB4D60E5C492}" destId="{0D08ED52-6744-4369-B780-916B09984775}" srcOrd="7" destOrd="0" presId="urn:microsoft.com/office/officeart/2011/layout/InterconnectedBlockProcess"/>
    <dgm:cxn modelId="{6B00E6BB-B8BF-4D43-BAB6-9E9AFC0499A1}" type="presParOf" srcId="{A6BCDA7B-D633-438F-B44D-CB4D60E5C492}" destId="{4C66D42D-7E6D-4563-AFDC-369C30B73F70}" srcOrd="8" destOrd="0" presId="urn:microsoft.com/office/officeart/2011/layout/InterconnectedBlockProcess"/>
    <dgm:cxn modelId="{574AEBDA-E684-4B48-BA93-62748B53FDF2}" type="presParOf" srcId="{A6BCDA7B-D633-438F-B44D-CB4D60E5C492}" destId="{C1269CE6-C767-48CC-AAFD-A238D1FFDABA}" srcOrd="9" destOrd="0" presId="urn:microsoft.com/office/officeart/2011/layout/InterconnectedBlockProcess"/>
    <dgm:cxn modelId="{A11A35F5-8778-4C96-9E2D-9B6098EEA09D}" type="presParOf" srcId="{C1269CE6-C767-48CC-AAFD-A238D1FFDABA}" destId="{06F8D57B-EDF4-4CF4-8700-DC2CA3E3028E}" srcOrd="0" destOrd="0" presId="urn:microsoft.com/office/officeart/2011/layout/InterconnectedBlockProcess"/>
    <dgm:cxn modelId="{EA3E71B0-2C27-492B-8E1D-AC73814EC135}" type="presParOf" srcId="{A6BCDA7B-D633-438F-B44D-CB4D60E5C492}" destId="{6BCCFBA6-7A43-4631-AD7F-AFB10E1E6CD7}" srcOrd="10" destOrd="0" presId="urn:microsoft.com/office/officeart/2011/layout/InterconnectedBlockProcess"/>
    <dgm:cxn modelId="{700811B3-CF6F-4D57-872E-930EC065C6CF}" type="presParOf" srcId="{A6BCDA7B-D633-438F-B44D-CB4D60E5C492}" destId="{00BB3360-A9BB-4051-A4B1-1216F82F642C}" srcOrd="11" destOrd="0" presId="urn:microsoft.com/office/officeart/2011/layout/InterconnectedBlockProcess"/>
    <dgm:cxn modelId="{BE092640-D482-48A6-A54A-C39639F3D010}" type="presParOf" srcId="{A6BCDA7B-D633-438F-B44D-CB4D60E5C492}" destId="{7305DF14-0FF5-45E4-8B19-015814092DBD}" srcOrd="12" destOrd="0" presId="urn:microsoft.com/office/officeart/2011/layout/InterconnectedBlockProcess"/>
    <dgm:cxn modelId="{490411DD-DDD7-4C84-9EF0-701BB773ACBC}" type="presParOf" srcId="{7305DF14-0FF5-45E4-8B19-015814092DBD}" destId="{A134CDD1-D85F-44EF-8BEE-9F99A855C1E6}" srcOrd="0" destOrd="0" presId="urn:microsoft.com/office/officeart/2011/layout/InterconnectedBlockProcess"/>
    <dgm:cxn modelId="{71C258AF-D9FD-49EB-A36C-EF0CD4DA54C4}" type="presParOf" srcId="{A6BCDA7B-D633-438F-B44D-CB4D60E5C492}" destId="{1C91D7E3-8940-4A33-9182-677DD5415901}" srcOrd="13" destOrd="0" presId="urn:microsoft.com/office/officeart/2011/layout/InterconnectedBlockProcess"/>
    <dgm:cxn modelId="{F4617CDB-9DC2-4061-861C-66155178949B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8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Testing and data validation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7335949" y="811638"/>
        <a:ext cx="1116055" cy="3246555"/>
      </dsp:txXfrm>
    </dsp:sp>
    <dsp:sp modelId="{D1D33881-4B29-484F-99D1-50372A069C90}">
      <dsp:nvSpPr>
        <dsp:cNvPr id="0" name=""/>
        <dsp:cNvSpPr/>
      </dsp:nvSpPr>
      <dsp:spPr>
        <a:xfrm>
          <a:off x="7173684" y="0"/>
          <a:ext cx="1278320" cy="8116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8"/>
      </dsp:txXfrm>
    </dsp:sp>
    <dsp:sp modelId="{FC0F1314-3294-4A8C-8DCE-EB53E236164C}">
      <dsp:nvSpPr>
        <dsp:cNvPr id="0" name=""/>
        <dsp:cNvSpPr/>
      </dsp:nvSpPr>
      <dsp:spPr>
        <a:xfrm>
          <a:off x="5898557" y="811638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0" i="0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Testing and data validation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60823" y="811638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18638" y="798145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0" i="0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0" i="0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Role Based system integration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0904" y="798145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Module-based development</a:t>
          </a:r>
        </a:p>
      </dsp:txBody>
      <dsp:txXfrm>
        <a:off x="3504181" y="81163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8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0" i="0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0" i="0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0" i="0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0" i="0" kern="1200" baseline="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 to platforms and tools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5860" y="811638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14/01/2026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14-01-2026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</a:t>
            </a:r>
            <a:r>
              <a:rPr lang="en-GB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Saptarsi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Sanyal</a:t>
            </a: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Btech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DR Pallavi R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GB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Mr.Saptarsi</a:t>
            </a:r>
            <a:r>
              <a:rPr lang="en-GB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Sanyal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47531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WITH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046182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G Bhavya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20221CSG0002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8CSG01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0892"/>
            <a:ext cx="10515600" cy="4193176"/>
          </a:xfrm>
        </p:spPr>
        <p:txBody>
          <a:bodyPr>
            <a:norm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600" dirty="0" err="1"/>
              <a:t>Devlustro</a:t>
            </a:r>
            <a:r>
              <a:rPr lang="en-US" sz="2600" dirty="0"/>
              <a:t> Technologies Private Limited is a technology company delivering software based digital learning platforms, Learning Management Systems (LMS), training portals, and academic automation solutions. 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600" dirty="0"/>
              <a:t>The company works closely with all sort of business, educational institutions, training academies, and corporate learning partners to provide scalable and modern education technology solutions.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600" dirty="0"/>
              <a:t>The organization focuses on skill-based learning, internship training programs, and industry-oriented digital platforms.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4245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working domain of this project is Artificial Intelligence and Machine Learning (AI/ML).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MOM (Minutes of Meeting) Generator: Uses Natural Language Processing (NLP) techniques to automatically summarize meetings and extract key discussion points, action items, and decisions.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Resume Skill Gap Analyzer: Applies Machine Learning and NLP to analyze resumes and identify missing skills based on selected job roles.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Job Description Matcher: Utilizes text similarity and NLP models to calculate relevance scores between resumes and predefined job descriptions.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Question Paper Generator: Leverages AI/ML and NLP techniques to generate technical questions dynamically based on identified skill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8261"/>
            <a:ext cx="10515600" cy="4058194"/>
          </a:xfrm>
        </p:spPr>
        <p:txBody>
          <a:bodyPr>
            <a:norm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600" dirty="0"/>
              <a:t>The internship was carried out under:</a:t>
            </a:r>
          </a:p>
          <a:p>
            <a:pPr marL="0" indent="0">
              <a:buSzTx/>
              <a:buFontTx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600" dirty="0"/>
              <a:t>        Project Manager: Sreesh Bhat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600" dirty="0"/>
              <a:t>The team included Frontend, Backend, Graphic Designer and QA testers.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600" dirty="0"/>
              <a:t>The reporting manager guided the intern in technical implementation, project workflow, and complete project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2600" dirty="0"/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600" dirty="0"/>
              <a:t>Understanding project requirements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600" dirty="0"/>
              <a:t>Learning new tools and technologies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600" dirty="0"/>
              <a:t>Managing tasks and deadlines</a:t>
            </a: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5583"/>
            <a:ext cx="10515600" cy="4058194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practical industry experience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theoretical knowledge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technical and problem-solving skills</a:t>
            </a: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2313884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Company does not allow to share the codes of the development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7054</TotalTime>
  <Words>433</Words>
  <Application>Microsoft Office PowerPoint</Application>
  <PresentationFormat>Widescreen</PresentationFormat>
  <Paragraphs>80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Bhavya Govindaswamy</cp:lastModifiedBy>
  <cp:revision>719</cp:revision>
  <dcterms:created xsi:type="dcterms:W3CDTF">2022-10-14T07:18:17Z</dcterms:created>
  <dcterms:modified xsi:type="dcterms:W3CDTF">2026-01-14T04:57:45Z</dcterms:modified>
</cp:coreProperties>
</file>